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Overall F1 across four real eval milestones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F1 (OVERLAP)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Before
recognizers</c:v>
                  </c:pt>
                  <c:pt idx="1">
                    <c:v>+ Accession/
Account/Claim</c:v>
                  </c:pt>
                  <c:pt idx="2">
                    <c:v>+ Dedupe
bug fix</c:v>
                  </c:pt>
                  <c:pt idx="3">
                    <c:v>+ Phone-ext
fix (final)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0.6023</c:v>
                </c:pt>
                <c:pt idx="1">
                  <c:v>0.644</c:v>
                </c:pt>
                <c:pt idx="2">
                  <c:v>0.6433</c:v>
                </c:pt>
                <c:pt idx="3">
                  <c:v>0.6602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PRAVARTAK  ·  ADVANCED CERTIFICATION IN AGENTIC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PHI De-identification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Compliance Workflow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multi-agent system that detects, redacts, and audits Protected Health Information in clinical documents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C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4709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C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documents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4709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C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2,150+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03504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PHI spans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4709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C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fixed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Number: [FILL IN]   ·   Team: [FILL IN]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documents are full of PHI—and redacting it by hand doesn't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Names, DOB, MRNs, phone &amp; account numbers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report, pathology report, and discharge summary carries multiple HIPAA Safe Harbor identifiers.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missed detection is a real leak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Under-redaction exposes patients. Over-redaction destroys the document's clinical usefulness.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590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review doesn't scale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983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throughput demands an automated first pass — but one that knows when to ask for help.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a system honest about its own uncertainty — auto-redact what it trusts, ask a human about what it doesn't, then verify its own output.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LangGraph state machine — not a linear 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04872" y="210312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2404872" y="21031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05072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61104" y="210312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A7517"/>
          </a:solidFill>
          <a:ln/>
        </p:spPr>
      </p:sp>
      <p:sp>
        <p:nvSpPr>
          <p:cNvPr id="11" name="Text 9"/>
          <p:cNvSpPr/>
          <p:nvPr/>
        </p:nvSpPr>
        <p:spPr>
          <a:xfrm>
            <a:off x="4261104" y="21031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61304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17336" y="210312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6117336" y="21031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17536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73568" y="210312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993C1D"/>
          </a:solidFill>
          <a:ln/>
        </p:spPr>
      </p:sp>
      <p:sp>
        <p:nvSpPr>
          <p:cNvPr id="17" name="Text 15"/>
          <p:cNvSpPr/>
          <p:nvPr/>
        </p:nvSpPr>
        <p:spPr>
          <a:xfrm>
            <a:off x="7973568" y="21031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73768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29800" y="210312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21031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3246120"/>
            <a:ext cx="0" cy="502920"/>
          </a:xfrm>
          <a:prstGeom prst="line">
            <a:avLst/>
          </a:prstGeom>
          <a:noFill/>
          <a:ln w="19050">
            <a:solidFill>
              <a:srgbClr val="993C1D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8640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loop back to PHI Detection (max 2 retries)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resume — interrupt() genuinely pauses execution for low-confidence spans and waits for a human decision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2120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Checkpointed with SQLite
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in-flight human-review session survives a process restart — falls back to an in-memory checkpointer automatically if unavailable.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507492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521208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converge before validation
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spans are redacted exactly like auto-approved ones — nothing reaches validation un-redacted.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n2c2 2014 was unavailable — we built a reproducible alternative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n2c2 2014 is listed “Temporarily Unavailable” on the DBMI Data Portal. Rather than block on it, the ground truth was built from two combined sources: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“Medical Transcriptions”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document structure and language across 7 document types (CC0 license).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33172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560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PHI injector (Faker)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a labeled identifying-info header onto each document and records the exact character span of every value inserted — an exact, reproducible ground truth.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663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documents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10712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10712" y="4663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410712" y="5349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2784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2784" y="4663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2,150+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72784" y="5349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PHI spans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34856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34856" y="4663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34856" y="5349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per type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features built as real, tested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Per-type confidence thresholds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Regex-backed types auto-redact at 0.6; noisy NER types (PERSON, DATE_TIME) require 0.8–0.85 before skipping human review.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2024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a 0% recall gap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ACCESSION/ACCOUNT/CLAIM number types had zero recognizers or a broken regex — both fixed.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2024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checkpointer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sessions now survive a process restart, not just an in-memory pause.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authentication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PHI-handling endpoint requires X-API-Key, checked via constant-time comparison.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1480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663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PHI-safe logging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never echo document content back to the caller — server-side log + correlation ID only.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PRESIDIO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repeated eval runs — not a self-reported number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PHONE_NUMBER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35240" y="20574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 precision / 0.996 recall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TP · 1 FP · 1 FN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06640" y="29718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(Presidio vs fallback)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35240" y="34290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recall under Presidio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0.01 on the regex fallback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06640" y="434340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4480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/ HEALTH_PLAN_ID 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A4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ACCOUNT_NUMBER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5029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4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 precision &amp; recall after closing the recognizer gap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&amp; FIXED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confirmed bugs, each with root cause and verified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19202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AECE7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RESOLUTION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detections silently dropped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ACCESSION_NUMBER measured 70% recall under Presidio despite 100% precision. A diagnostic script proved Presidio's raw output was correct for all 50 docs — the bug was our own overlap de-duplication sorting by position instead of confidence.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00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candidate spans by confidence descending before resolving overlaps. Re-run confirmed 50/50, 100% precision &amp; recall.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0" y="19202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AEED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WORD BOUNDARY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number with extension leaked unredacted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“+1-834-576-8701x462” passed straight through. A trailing \b boundary fails between a digit and a directly-adjacent letter, so the whole match — not just the extension — failed.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6634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00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shared extension-aware regex suffix to both the fallback pattern and a new Presidio recognizer. Confirmed fixed live and via eval.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&amp; FIXED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through live testing — not a synthetic eval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1920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EBF3FB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OVER-EXTENSION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match swallowed the next line's label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“Patient Name: James Simmons MD\r\nDOB:” collapsed into one corrupted line — the match crossed the line break and ate the “DOB:” label and the newline itself.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00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span containing \r or \n is truncated to end right before the line break. Confirmed fixed — header fields now render as clean, separate lines.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0" y="19202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FAECE7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RETRY LOOP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reviewer's “reject” could never actually stick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re-scanned redacted text every retry, re-detecting a rejected span and looping back to human review with the identical question — forever, or until the reviewer gave in and clicked Approve.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6634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00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rejected_spans to GraphState, consulted by both detection and validation. Confirmed live: reject now reaches PASS on retry_count = 0.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UI — a thin HTTP client, not a shortcut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talks to the FastAPI backend over REST, exactly as any other caller would — it never imports the graph or agents directly.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or upload a .txt / .pdf / .docx 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29000" y="23317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5146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474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Detection Agent scores every span by confidence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2514600"/>
            <a:ext cx="457200" cy="45720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474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spans pause for human approve/reject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1540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89720" y="23317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72600" y="25146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7260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3474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text, compliance report, and full audit log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</a:rPr>
              <a:t>Why an HTTP client, not a direct import?  </a:t>
            </a:r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</a:rPr>
              <a:t>The API is the single enforcement point for auth, logging, and error handling — mirroring how a real deployment would let a mobile app, a batch job, or another team's service hit the same endpoints the UI does.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honestly — not silently omitted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Clinical-domain NER fine-tuning (scispaCy) not yet applied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529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are hand-picked, not statistically calibrated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5079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044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precision understated by out-of-taxonomy entity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10235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560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Safe Harbor identifiers (vehicle/device IDs) not covered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94767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013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 / drift detection — eval is on-demand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99923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8529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rate limiting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05079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9044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checkpointer caps deployment at one process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5102352"/>
            <a:ext cx="109728" cy="10972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9560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classification path scaffolded but not wired 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above is a scoped trade-off given the capstone timeline — not a hidden defect.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Stands 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don't assume. Verify a fix before claiming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2423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number comes from a real execution of the eval harness — not a hand-picked or simulated result.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474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four bugs in this deck was found through genuine debugging or live testing with real files, and confirmed fixed with real evidence.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5262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knows when to trust itself and when to ask a human — and now, a human's answer actually sticks.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2026-07-19T13:08:19Z</dcterms:created>
  <dcterms:modified xsi:type="dcterms:W3CDTF">2026-07-19T13:08:19Z</dcterms:modified>
</cp:coreProperties>
</file>